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6" r:id="rId1"/>
  </p:sldMasterIdLst>
  <p:notesMasterIdLst>
    <p:notesMasterId r:id="rId35"/>
  </p:notesMasterIdLst>
  <p:handoutMasterIdLst>
    <p:handoutMasterId r:id="rId36"/>
  </p:handoutMasterIdLst>
  <p:sldIdLst>
    <p:sldId id="327" r:id="rId2"/>
    <p:sldId id="258" r:id="rId3"/>
    <p:sldId id="262" r:id="rId4"/>
    <p:sldId id="269" r:id="rId5"/>
    <p:sldId id="270" r:id="rId6"/>
    <p:sldId id="329" r:id="rId7"/>
    <p:sldId id="337" r:id="rId8"/>
    <p:sldId id="273" r:id="rId9"/>
    <p:sldId id="338" r:id="rId10"/>
    <p:sldId id="278" r:id="rId11"/>
    <p:sldId id="282" r:id="rId12"/>
    <p:sldId id="339" r:id="rId13"/>
    <p:sldId id="340" r:id="rId14"/>
    <p:sldId id="283" r:id="rId15"/>
    <p:sldId id="342" r:id="rId16"/>
    <p:sldId id="341" r:id="rId17"/>
    <p:sldId id="299" r:id="rId18"/>
    <p:sldId id="301" r:id="rId19"/>
    <p:sldId id="300" r:id="rId20"/>
    <p:sldId id="302" r:id="rId21"/>
    <p:sldId id="343" r:id="rId22"/>
    <p:sldId id="344" r:id="rId23"/>
    <p:sldId id="345" r:id="rId24"/>
    <p:sldId id="348" r:id="rId25"/>
    <p:sldId id="349" r:id="rId26"/>
    <p:sldId id="346" r:id="rId27"/>
    <p:sldId id="347" r:id="rId28"/>
    <p:sldId id="324" r:id="rId29"/>
    <p:sldId id="325" r:id="rId30"/>
    <p:sldId id="326" r:id="rId31"/>
    <p:sldId id="331" r:id="rId32"/>
    <p:sldId id="334" r:id="rId33"/>
    <p:sldId id="336" r:id="rId34"/>
    <p:sldId id="351" r:id="rId41"/>
    <p:sldId id="352" r:id="rId42"/>
    <p:sldId id="35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60"/>
  </p:normalViewPr>
  <p:slideViewPr>
    <p:cSldViewPr snapToGrid="0">
      <p:cViewPr>
        <p:scale>
          <a:sx n="75" d="100"/>
          <a:sy n="75" d="100"/>
        </p:scale>
        <p:origin x="1416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2F805-4DAF-4B12-8D58-CC93CA5E06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B0B4B-F5D1-4834-B67F-D281F17C5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3850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0A0E6-AAFC-4CE4-AB44-B7D812F358C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CE76-37BA-493A-AA5D-A52B4950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60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2135D-AB49-5656-9963-336102E70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6575" y="183942"/>
            <a:ext cx="65842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36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82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882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20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2342896" y="1825751"/>
            <a:ext cx="7506208" cy="2606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45662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379984" y="245363"/>
            <a:ext cx="1127759" cy="8747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0449" y="6478625"/>
            <a:ext cx="916092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09353" y="6578734"/>
            <a:ext cx="143256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47535" y="6447704"/>
            <a:ext cx="30564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7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iming>
    <p:tnLst>
      <p:par>
        <p:cTn id="1" dur="indefinite" restart="never" nodeType="tmRoot"/>
      </p:par>
    </p:tnLst>
  </p:timing>
  <p:hf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486235" y="1397000"/>
            <a:ext cx="5664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 pitchFamily="18" charset="0"/>
              <a:cs typeface="Times New Roman" pitchFamily="18" charset="0"/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>TRUSTLINE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6595" y="2317298"/>
            <a:ext cx="10063479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>A Self-Hosted End-to-End Encrypted Real-Time Collaboration Platform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for Confidential Enterprise Workflows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Presented By: Student 1, Student 2, Student 3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Register Numbers: Reg No 1, Reg No 2, Reg No 3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Department of Computer Science and Engineering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Bharath Institute of Higher Education and Research (BIHER)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Guided By: Guide Name, Assistant Professor</a:t>
            </a:r>
          </a:p>
        </p:txBody>
      </p:sp>
      <p:sp>
        <p:nvSpPr>
          <p:cNvPr id="5" name="object 5"/>
          <p:cNvSpPr/>
          <p:nvPr/>
        </p:nvSpPr>
        <p:spPr>
          <a:xfrm>
            <a:off x="556768" y="39623"/>
            <a:ext cx="11269472" cy="1331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"/>
            <a:ext cx="12192000" cy="6844665"/>
          </a:xfrm>
          <a:custGeom>
            <a:avLst/>
            <a:gdLst/>
            <a:ahLst/>
            <a:cxnLst/>
            <a:rect l="l" t="t" r="r" b="b"/>
            <a:pathLst>
              <a:path w="9144000" h="6844665">
                <a:moveTo>
                  <a:pt x="0" y="6844283"/>
                </a:moveTo>
                <a:lnTo>
                  <a:pt x="9144000" y="6844283"/>
                </a:lnTo>
                <a:lnTo>
                  <a:pt x="9144000" y="0"/>
                </a:lnTo>
                <a:lnTo>
                  <a:pt x="0" y="0"/>
                </a:lnTo>
                <a:lnTo>
                  <a:pt x="0" y="6844283"/>
                </a:lnTo>
                <a:close/>
              </a:path>
            </a:pathLst>
          </a:custGeom>
          <a:ln w="7620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64CD-8CCB-A27A-12D2-171367C5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664899-66D2-4A24-5040-74AE8E8B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256467"/>
            <a:ext cx="11051625" cy="400110"/>
          </a:xfrm>
        </p:spPr>
        <p:txBody>
          <a:bodyPr/>
          <a:lstStyle/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6062D2-A93D-4931-5CDB-FC9DD06CC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6180" y="349006"/>
            <a:ext cx="2476829" cy="553998"/>
          </a:xfrm>
        </p:spPr>
        <p:txBody>
          <a:bodyPr/>
          <a:lstStyle/>
          <a:p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7247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5A35-FDE5-DFEB-1EA2-8993AEB7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685D23-711B-1D8B-7374-22DB095D2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430887"/>
          </a:xfrm>
        </p:spPr>
        <p:txBody>
          <a:bodyPr/>
          <a:lstStyle/>
          <a:p>
            <a:pPr lvl="1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C8F6E-C403-3205-9CA1-085E9C6BC7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1323" y="349006"/>
            <a:ext cx="3995225" cy="553998"/>
          </a:xfrm>
        </p:spPr>
        <p:txBody>
          <a:bodyPr/>
          <a:lstStyle/>
          <a:p>
            <a:endParaRPr lang="en-IN" sz="36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548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ED0D-8FAE-1EFC-D229-45DE4BE5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20AD8-C9C9-08E5-5A79-22A104A95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endParaRPr lang="en-IN" sz="36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45922"/>
              </p:ext>
            </p:extLst>
          </p:nvPr>
        </p:nvGraphicFramePr>
        <p:xfrm>
          <a:off x="454660" y="13512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62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6F84-9178-1284-8664-CFEFAFB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6EC51-B1D8-D791-049B-8DB6916937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endParaRPr lang="en-IN" sz="36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52794"/>
              </p:ext>
            </p:extLst>
          </p:nvPr>
        </p:nvGraphicFramePr>
        <p:xfrm>
          <a:off x="321671" y="17576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chemeClr val="dk1"/>
                          </a:solidFill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8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DD13-EFB6-8350-7096-A97CF7FA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956E3-0E44-F95E-CFBE-F2F67FF3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716" y="1823884"/>
            <a:ext cx="9616162" cy="384721"/>
          </a:xfrm>
        </p:spPr>
        <p:txBody>
          <a:bodyPr/>
          <a:lstStyle/>
          <a:p>
            <a:pPr marL="631825" lvl="1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EA0091-461D-6699-002E-CD73DE6A8C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endParaRPr lang="en-IN" sz="36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9077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1454-9C85-4BF9-8993-D0C249F4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0B8BC-0832-B78B-75B6-0A9029B6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26" y="1626250"/>
            <a:ext cx="11728174" cy="353943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7471F7-840E-B4F9-5DF3-A8A87BF997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6776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E421-6422-A7BA-8239-569214DE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B11452-486A-E03F-0733-C27749F373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8635" y="468278"/>
            <a:ext cx="5804452" cy="984885"/>
          </a:xfrm>
        </p:spPr>
        <p:txBody>
          <a:bodyPr/>
          <a:lstStyle/>
          <a:p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1632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D7BC-0018-8CD9-D8DC-13F0884E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FD5B14-2EA5-B0D3-10AF-28A9B77D8E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009" y="1313103"/>
            <a:ext cx="10426148" cy="1415772"/>
          </a:xfrm>
        </p:spPr>
        <p:txBody>
          <a:bodyPr/>
          <a:lstStyle/>
          <a:p>
            <a:pPr algn="ctr"/>
            <a:endParaRPr lang="en-IN" sz="4400" i="1" dirty="0">
              <a:latin typeface="Times New Roman" pitchFamily="18" charset="0"/>
              <a:cs typeface="Times New Roman" pitchFamily="18" charset="0"/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2428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>    [ ROOT CHAIN ]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          |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    +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606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endParaRPr lang="en-IN" sz="4800" i="1" dirty="0">
              <a:latin typeface="Castellar" panose="020A0402060406010301" pitchFamily="18" charset="0"/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430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>     [ INCOMING QUERY ]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             |</a:t>
            </a:r>
            <a:br/>
            <a:r>
              <a:rPr lang="en-US" sz="1800">
                <a:latin typeface="Arial"/>
                <a:solidFill>
                  <a:schemeClr val="dk1"/>
                </a:solidFill>
              </a:rPr>
              <a:t>   +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1448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9053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515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endParaRPr lang="en-IN" sz="4800" i="1" dirty="0">
              <a:latin typeface="Castellar" panose="020A0402060406010301" pitchFamily="18" charset="0"/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2675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894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DA58-8EA9-45DC-10E5-946F1E0A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0A6C27-4612-9473-55DD-B656EA7670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53749" y="1024869"/>
            <a:ext cx="7474226" cy="3693319"/>
          </a:xfrm>
        </p:spPr>
        <p:txBody>
          <a:bodyPr/>
          <a:lstStyle/>
          <a:p>
            <a:pPr algn="ctr"/>
            <a:endParaRPr lang="en-IN" sz="4800" i="1" dirty="0">
              <a:latin typeface="Castellar" panose="020A0402060406010301" pitchFamily="18" charset="0"/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208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BA80-C236-20C4-6E5A-A43C1A0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BBB8D-17E6-CCB2-9555-5837D05E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723" y="1390165"/>
            <a:ext cx="11628782" cy="5386090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D5817-BD82-E71C-7FE8-3FF3F3F07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0930" y="416770"/>
            <a:ext cx="9541565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3573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439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176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792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022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311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44983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221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US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9357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AE5D-D5C6-DDA9-D583-E136976A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23410F-0743-E139-F4D7-ABEBBD59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052" y="1957978"/>
            <a:ext cx="9832258" cy="707886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4E6E8B-8966-7F73-C372-41507A4E23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934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B69E8-6989-48EF-BCAE-E06D881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CD210F-AF9B-A6EB-AC1D-174BFD1C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465" y="2174287"/>
            <a:ext cx="10356574" cy="430887"/>
          </a:xfrm>
        </p:spPr>
        <p:txBody>
          <a:bodyPr/>
          <a:lstStyle/>
          <a:p>
            <a:pPr marL="631825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145AD-E90B-2578-C0C1-0787E497C0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56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344" y="2026804"/>
            <a:ext cx="9772516" cy="353943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382" y="1918649"/>
            <a:ext cx="10126478" cy="307777"/>
          </a:xfrm>
        </p:spPr>
        <p:txBody>
          <a:bodyPr/>
          <a:lstStyle/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  <a:solidFill>
                <a:schemeClr val="dk1"/>
              </a:solidFill>
            </a:endParaRPr>
            <a:r>
              <a:rPr lang="en-US" sz="1800">
                <a:latin typeface="Arial"/>
                <a:solidFill>
                  <a:schemeClr val="dk1"/>
                </a:solidFill>
              </a:rPr>
              <a:t/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endParaRPr lang="en-IN" sz="3200" dirty="0">
              <a:solidFill>
                <a:schemeClr val="dk1"/>
              </a:solidFill>
            </a:endParaRPr>
            <a:r>
              <a:rPr lang="en-US" sz="3600" b="1">
                <a:latin typeface="Arial"/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chemeClr val="dk1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chemeClr val="dk1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chemeClr val="dk1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chemeClr val="dk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chemeClr val="dk1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chemeClr val="dk1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chemeClr val="dk1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chemeClr val="dk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chemeClr val="dk1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chemeClr val="dk1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chemeClr val="dk1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chemeClr val="dk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chemeClr val="dk1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chemeClr val="dk1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chemeClr val="dk1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chemeClr val="dk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rgbClr val="FFFFFF"/>
      </a:dk1>
      <a:lt1>
        <a:srgbClr val="081120"/>
      </a:lt1>
      <a:dk2>
        <a:srgbClr val="00D8FF"/>
      </a:dk2>
      <a:lt2>
        <a:srgbClr val="05070A"/>
      </a:lt2>
      <a:accent1>
        <a:srgbClr val="00D8F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3EE6385-9107-4DD6-8965-E29BA5C6C8E1}" vid="{6D1B56FF-3199-4FF2-9F48-EF52C2803C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15309</TotalTime>
  <Words>173</Words>
  <Application>Microsoft Office PowerPoint</Application>
  <PresentationFormat>Widescreen</PresentationFormat>
  <Paragraphs>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Bookman Uralic</vt:lpstr>
      <vt:lpstr>Calibri</vt:lpstr>
      <vt:lpstr>Castellar</vt:lpstr>
      <vt:lpstr>Times New Roman</vt:lpstr>
      <vt:lpstr>Trebuchet MS</vt:lpstr>
      <vt:lpstr>Wingdings</vt:lpstr>
      <vt:lpstr>Theme1</vt:lpstr>
      <vt:lpstr>DEPARTMENT OF COMPUTER SCIENCE  PROJECT - MODEL VIVA VOCE PRESENTATION</vt:lpstr>
      <vt:lpstr>Abstract</vt:lpstr>
      <vt:lpstr>Abstract (Cont..)</vt:lpstr>
      <vt:lpstr>  Literature Survey</vt:lpstr>
      <vt:lpstr>  Literature Survey (Cont..)</vt:lpstr>
      <vt:lpstr>  Problem Statement</vt:lpstr>
      <vt:lpstr>  Objectives of the Study</vt:lpstr>
      <vt:lpstr>Proposed Overall Architecture Diagram </vt:lpstr>
      <vt:lpstr> Module - 1 </vt:lpstr>
      <vt:lpstr>Module – 1 contd..</vt:lpstr>
      <vt:lpstr>  Module - 2</vt:lpstr>
      <vt:lpstr>Module – 2 contd..</vt:lpstr>
      <vt:lpstr>  Module - 3</vt:lpstr>
      <vt:lpstr>Module – 3 contd..</vt:lpstr>
      <vt:lpstr>  Module - 4</vt:lpstr>
      <vt:lpstr>Module – 4 contd..</vt:lpstr>
      <vt:lpstr>  Experimental Results  &amp;  Discussions </vt:lpstr>
      <vt:lpstr>Hardware and Software Requirements</vt:lpstr>
      <vt:lpstr>Dataset 1-Description — Kaggle Human Palm Images</vt:lpstr>
      <vt:lpstr>Module 1 - Results</vt:lpstr>
      <vt:lpstr>Module 1 – Results contd..</vt:lpstr>
      <vt:lpstr>Module 2 - Results</vt:lpstr>
      <vt:lpstr>Module 2 – Results contd..</vt:lpstr>
      <vt:lpstr>Module 3 - Results</vt:lpstr>
      <vt:lpstr>Module 3 – Results contd..</vt:lpstr>
      <vt:lpstr>Module 4 - Results</vt:lpstr>
      <vt:lpstr>Module 4 – Results contd..</vt:lpstr>
      <vt:lpstr>Conclusion</vt:lpstr>
      <vt:lpstr>Future Scope</vt:lpstr>
      <vt:lpstr>References</vt:lpstr>
      <vt:lpstr>References (Cont..)</vt:lpstr>
      <vt:lpstr>List of Conference Papers - Presented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Ph.D Pre Synopsis Meeting</dc:title>
  <dc:creator>Agnes Pearly</dc:creator>
  <cp:lastModifiedBy>LENOVO</cp:lastModifiedBy>
  <cp:revision>140</cp:revision>
  <dcterms:created xsi:type="dcterms:W3CDTF">2025-10-15T20:06:21Z</dcterms:created>
  <dcterms:modified xsi:type="dcterms:W3CDTF">2026-05-11T10:22:43Z</dcterms:modified>
</cp:coreProperties>
</file>